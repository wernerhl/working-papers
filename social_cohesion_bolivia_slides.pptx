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CHANGES 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Cohesion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Bolivia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8288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 L. Hernani-Limarino  &amp;  María A. Villegas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ARU  ·  OECD Conference on Social Cohesion and Development, 2010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Bolivia, 2006–2009: A Natural Experiment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Reforms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Nationalization of oil, gas, power,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telecom, and mining sectors.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→ mixed economy.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Reforms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constitution rewritten from scratch.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indigenous nations recognized.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referendum, Jan 2009.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C3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these reforms bring Bolivians closer together — or push them apart?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WISDOM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divisions declined. Cohesion should improve.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Index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5544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Class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0644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5488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155448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54380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0372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every standard measure, Bolivia was becoming more equal and less divided.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3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trust collapsed.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 → 0.28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trust declined 28% in three years.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revealed cooperative behavior in trust games with monetary rewards.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division. Less trust.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measures (social divisions)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inequality: declining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class: expanding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 fractionalization: stable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fractionalization: declining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2C3E5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measure (trust games)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behavior: –28%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trust: 0.39 → 0.28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declines between groups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11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fractionalization measures are useless for monitoring social cohesion over time.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Games with Monetary Rewards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Berg, Dickhaut &amp; McCabe (1995)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amount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to send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8056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triples transfer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9224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to return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2C3E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equilibrium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transfers everything → tripled → both gain 50%. Trust = amount transferred / endowment.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2C3E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Undergraduates in La Paz. Two waves: Sep–Oct 2006, Apr–May 2009. Real money. Stratified by ethnicity, income, politics.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BETWEEN-GROUP TRUST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Ethnicity: Trust Across the Divide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→ Non-Indigenous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–68%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Non-Indigenous → Indigenous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–69%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→ Indigenous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3108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31089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Non-Indigenous → Non-Indigenous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Between-group trust collapsed. Within-group trust held.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BETWEEN-GROUP TRUST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Politics: Trust Across the Ideological Divide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→ Right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–90%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→ Left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–75%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→ Left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3108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31089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→ Right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trust went to near zero. Left and Right stopped cooperating entirely.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BETWEEN-GROUP TRUST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Income: Trust Across Economic Classes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Poorest 20% → Richest 20%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–55%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 20% → Poorest 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–62%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Poorest 20% → Poorest 20%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3108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31089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C3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 20% → Richest 20%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0" y="39319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pattern: between-group alienation drives the collapse, not within-group fragmentation.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Fractionalization ≠ Polarization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two random people differ.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distance = 1 between all groups.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diversity, not conflict.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 = 1 – Σ pᵢ²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Polarization (Esteban-Ray)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antagonisms between groups.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Within-group identification × between-group alienation.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conflict potential.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= Σᵢ Σⱼ pᵢpⱼδᵢⱼ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2C3E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trust measure = Esteban-Ray polarization where δᵢⱼ = average lack of cooperation between groups i and j.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Alienation Grew. Identification Held.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Within-group trust remained high and stable (~0.55) across all three dimensions — ethnicity, income, politics. People still trust their own.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Between-group trust collapsed across all three dimensions. Indigenous stopped trusting non-indigenous. Left stopped trusting right. Rich stopped trusting poor.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reforms — nationalization, new constitution, recognition of 36 indigenous nations — did not create new divisions. They activated existing ones. Groups that had coexisted with moderate mutual distrust moved to near-zero cooperation.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measurement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measures (Gini, ELF, middle-class share) are useless for monitoring cohesion over time. Trust experiments are the only reliable instrument.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institutional reform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between reform and cohesion is endogenous. Reforms motivated by social divisions can deepen the alienation they were designed to resolve.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Bolivia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society where groups trust their own at 55% but trust others at 1–10% is not fractured by diversity. It is fractured by politics.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IN ONE SLIDE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Divisions 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Gini, fractionalization,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fragmentation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declined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↓↓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behavior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collapsed 28%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three years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6400800" cy="1645920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108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Alienation ≠ Division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5661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can become more equal in size and income while becoming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hostile to each other. Institutional reform activated latent cleavages.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Cohesion = f(identification, alienation), not f(fractionalization).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288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 L. Hernani-Limarino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wernerhl@gmail.com  ·  wernerhl.github.io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ARU  ·  La Paz, Bolivia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Changes in Social Cohesion in Bolivia</dc:title>
  <dc:subject>PptxGenJS Presentation</dc:subject>
  <dc:creator>Werner L. Hernani-Limarino</dc:creator>
  <cp:lastModifiedBy>Werner L. Hernani-Limarino</cp:lastModifiedBy>
  <cp:revision>1</cp:revision>
  <dcterms:created xsi:type="dcterms:W3CDTF">2026-04-10T17:11:27Z</dcterms:created>
  <dcterms:modified xsi:type="dcterms:W3CDTF">2026-04-10T17:11:27Z</dcterms:modified>
</cp:coreProperties>
</file>